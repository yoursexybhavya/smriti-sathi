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0A00"/>
            </a:gs>
            <a:gs pos="100000">
              <a:srgbClr val="0A0A1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1645920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0" y="164592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1645920"/>
            <a:ext cx="2286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IDEA FORGE 2026  —  PITCH-A-THON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9E0B"/>
                </a:solidFill>
                <a:latin typeface="Calibri"/>
              </a:defRPr>
            </a:pPr>
            <a:r>
              <a:t>Herodotus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  <a:latin typeface="Calibri"/>
              </a:defRPr>
            </a:pPr>
            <a:r>
              <a:t>Historical Monument Virtual Audio &amp; Fact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54880"/>
            <a:ext cx="2011680" cy="502920"/>
          </a:xfrm>
          <a:prstGeom prst="roundRect">
            <a:avLst/>
          </a:prstGeom>
          <a:solidFill>
            <a:srgbClr val="1F150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818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🗺️  Interactive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754880"/>
            <a:ext cx="2011680" cy="502920"/>
          </a:xfrm>
          <a:prstGeom prst="roundRect">
            <a:avLst/>
          </a:prstGeom>
          <a:solidFill>
            <a:srgbClr val="1F150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818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🔊  Audio Guides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754880"/>
            <a:ext cx="2011680" cy="502920"/>
          </a:xfrm>
          <a:prstGeom prst="roundRect">
            <a:avLst/>
          </a:prstGeom>
          <a:solidFill>
            <a:srgbClr val="1F1505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818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Calibri"/>
              </a:defRPr>
            </a:pPr>
            <a:r>
              <a:t>📍  Live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A1A"/>
            </a:gs>
            <a:gs pos="100000">
              <a:srgbClr val="1A0A2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Visiting a monument today</a:t>
            </a:r>
          </a:p>
          <a:p>
            <a:pPr algn="l">
              <a:spcAft>
                <a:spcPts val="0"/>
              </a:spcAft>
              <a:defRPr sz="3800" b="1">
                <a:solidFill>
                  <a:srgbClr val="EF4444"/>
                </a:solidFill>
                <a:latin typeface="Calibri"/>
              </a:defRPr>
            </a:pPr>
            <a:r>
              <a:t>is a broken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560320"/>
            <a:ext cx="3200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Reliable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Scattered search results, outdated</a:t>
            </a:r>
            <a:br/>
            <a:r>
              <a:t>websites, conflicting timings</a:t>
            </a:r>
            <a:br/>
            <a:r>
              <a:t>and entry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60320"/>
            <a:ext cx="329184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560320"/>
            <a:ext cx="32004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Expensive Guides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On-site audio guides cost ₹200–500+.</a:t>
            </a:r>
            <a:br/>
            <a:r>
              <a:t>Freelance guides vary wildly</a:t>
            </a:r>
            <a:br/>
            <a:r>
              <a:t>in quality and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560320"/>
            <a:ext cx="329184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560320"/>
            <a:ext cx="32004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Single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Photos on Instagram, history on</a:t>
            </a:r>
            <a:br/>
            <a:r>
              <a:t>Wikipedia, tickets on a gov site —</a:t>
            </a:r>
            <a:br/>
            <a:r>
              <a:t>nothing in one place.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5080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"/>
              </a:defRPr>
            </a:pPr>
            <a:r>
              <a:t>"Imagine standing in front of the Red Fort. You don't know which wall is 400 years old, when the next entry slot is, or where to buy a ticket — so you either pay a random guide or just guess."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A0A"/>
            </a:gs>
            <a:gs pos="100000">
              <a:srgbClr val="0A1A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One app. Every monument.</a:t>
            </a:r>
          </a:p>
          <a:p>
            <a:pPr algn="l">
              <a:spcAft>
                <a:spcPts val="1200"/>
              </a:spcAft>
              <a:defRPr sz="3600" b="1">
                <a:solidFill>
                  <a:srgbClr val="34D399"/>
                </a:solidFill>
                <a:latin typeface="Calibri"/>
              </a:defRPr>
            </a:pPr>
            <a:r>
              <a:t>Map → Tap → Listen.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A0A0B0"/>
                </a:solidFill>
                <a:latin typeface="Calibri"/>
              </a:defRPr>
            </a:pPr>
            <a:r>
              <a:t>A mobile-friendly website with a Google Earth–style interactive map. Zoom from country view to a monument, tap it, and get everything you need.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31821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Swipeable photo gallery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730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One-tap audio narration of history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2793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Timings, fees &amp; ticket links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828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Get directions in one tap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731520"/>
            <a:ext cx="3657600" cy="5669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39" y="868680"/>
            <a:ext cx="3383280" cy="5394960"/>
          </a:xfrm>
          <a:prstGeom prst="roundRect">
            <a:avLst/>
          </a:prstGeom>
          <a:solidFill>
            <a:srgbClr val="1A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39" y="4389120"/>
            <a:ext cx="3383280" cy="182880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39" y="461772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39" y="4636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Red Fort, Delhi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  <a:latin typeface="Calibri"/>
              </a:defRPr>
            </a:pPr>
            <a:r>
              <a:t>Built 1638 — Mughal Era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19" y="5349240"/>
            <a:ext cx="1508760" cy="3657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53766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▶ Play Audio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19" y="5349240"/>
            <a:ext cx="1508760" cy="3657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53766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🎫 Tickets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A2A"/>
            </a:gs>
            <a:gs pos="100000">
              <a:srgbClr val="1A0A3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user journey in 6 taps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Open the website</a:t>
            </a:r>
            <a:br/>
            <a:r>
              <a:t>on your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7305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7211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7211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8691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8691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4371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See a 3D satellite</a:t>
            </a:r>
            <a:br/>
            <a:r>
              <a:t>map of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299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2902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2902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94382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4382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0062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Zoom into any</a:t>
            </a:r>
            <a:br/>
            <a:r>
              <a:t>state or 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8687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593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593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073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073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753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See pins marking</a:t>
            </a:r>
            <a:br/>
            <a:r>
              <a:t>monuments nearby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4378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4284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4284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5764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5764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1444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Tap a pin to open</a:t>
            </a:r>
            <a:br/>
            <a:r>
              <a:t>its detail 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0069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4A5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59975" y="2011680"/>
            <a:ext cx="160020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9975" y="2240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71455" y="2834640"/>
            <a:ext cx="777240" cy="274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71455" y="2834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7135" y="329184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Listen to its story,</a:t>
            </a:r>
            <a:br/>
            <a:r>
              <a:t>view photos &amp; info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846320"/>
            <a:ext cx="758952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49377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818CF8"/>
                </a:solidFill>
                <a:latin typeface="Calibri"/>
              </a:defRPr>
            </a:pPr>
            <a:r>
              <a:t>🎯  Zero downloads.  Zero sign-ups.  Zero cost.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A0A0B0"/>
                </a:solidFill>
                <a:latin typeface="Calibri"/>
              </a:defRPr>
            </a:pPr>
            <a:r>
              <a:t>Just open and explore — works on any browser.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A2A"/>
            </a:gs>
            <a:gs pos="100000">
              <a:srgbClr val="0A1A1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on free, proven tools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A0A0B0"/>
                </a:solidFill>
                <a:latin typeface="Calibri"/>
              </a:defRPr>
            </a:pPr>
            <a:r>
              <a:t>No expensive infrastructure. No backend. Ship in a weekend.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1206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560320"/>
            <a:ext cx="548640" cy="548640"/>
          </a:xfrm>
          <a:prstGeom prst="ellipse">
            <a:avLst/>
          </a:prstGeom>
          <a:solidFill>
            <a:srgbClr val="1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Google Maps JavaScript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889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Free tier with satellite &amp; tilt/3D view.</a:t>
            </a:r>
            <a:br/>
            <a:r>
              <a:t>Photorealistic 3D Tiles as stretch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1206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560320"/>
            <a:ext cx="548640" cy="548640"/>
          </a:xfrm>
          <a:prstGeom prst="ellipse">
            <a:avLst/>
          </a:prstGeom>
          <a:solidFill>
            <a:srgbClr val="1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78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 Speech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7889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Built into every modern browser.</a:t>
            </a:r>
            <a:br/>
            <a:r>
              <a:t>No API key, no server, no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51206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023360"/>
            <a:ext cx="548640" cy="548640"/>
          </a:xfrm>
          <a:prstGeom prst="ellipse">
            <a:avLst/>
          </a:prstGeom>
          <a:solidFill>
            <a:srgbClr val="1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41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JSON Data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51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Spreadsheet → JSON export.</a:t>
            </a:r>
            <a:br/>
            <a:r>
              <a:t>No database needed for MVP.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49040"/>
            <a:ext cx="51206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1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41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Free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251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Netlify, Vercel, or GitHub Pages.</a:t>
            </a:r>
            <a:br/>
            <a:r>
              <a:t>Live in minutes at zero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394960"/>
            <a:ext cx="1645920" cy="411480"/>
          </a:xfrm>
          <a:prstGeom prst="roundRect">
            <a:avLst/>
          </a:prstGeom>
          <a:solidFill>
            <a:srgbClr val="062A2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HTML / CSS / 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394960"/>
            <a:ext cx="1645920" cy="411480"/>
          </a:xfrm>
          <a:prstGeom prst="roundRect">
            <a:avLst/>
          </a:prstGeom>
          <a:solidFill>
            <a:srgbClr val="0A2A1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No 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94960"/>
            <a:ext cx="1645920" cy="411480"/>
          </a:xfrm>
          <a:prstGeom prst="roundRect">
            <a:avLst/>
          </a:prstGeom>
          <a:solidFill>
            <a:srgbClr val="322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No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394960"/>
            <a:ext cx="1645920" cy="411480"/>
          </a:xfrm>
          <a:prstGeom prst="roundRect">
            <a:avLst/>
          </a:prstGeom>
          <a:solidFill>
            <a:srgbClr val="2F0E1E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Calibri"/>
              </a:defRPr>
            </a:pPr>
            <a:r>
              <a:t>100% Free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0A"/>
            </a:gs>
            <a:gs pos="100000">
              <a:srgbClr val="1A0A1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 impact, real people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32004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Heritage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Makes India's 3,600+ protected monuments</a:t>
            </a:r>
            <a:br/>
            <a:r>
              <a:t>discoverable and understandable to</a:t>
            </a:r>
            <a:br/>
            <a:r>
              <a:t>anyone with a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29184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2004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Tourist Independence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Free audio guides replace ₹200–500</a:t>
            </a:r>
            <a:br/>
            <a:r>
              <a:t>on-site fees. Visit any monument</a:t>
            </a:r>
            <a:br/>
            <a:r>
              <a:t>informed and prepared.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11680"/>
            <a:ext cx="3291840" cy="23774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011680"/>
            <a:ext cx="32004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54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Audio-first format helps visually</a:t>
            </a:r>
            <a:br/>
            <a:r>
              <a:t>impaired users and anyone who'd</a:t>
            </a:r>
            <a:br/>
            <a:r>
              <a:t>rather listen while exploring.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🚀 Future Possibilities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03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Multi-language support  ·  AI-powered Q&amp;A guide  ·  AR integration</a:t>
            </a:r>
            <a:br/>
            <a:r>
              <a:t>Community-contributed data  ·  Offline mode for remote sites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5120640"/>
            <a:ext cx="1234440" cy="411480"/>
          </a:xfrm>
          <a:prstGeom prst="roundRect">
            <a:avLst/>
          </a:prstGeom>
          <a:solidFill>
            <a:srgbClr val="3226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5166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Calibri"/>
              </a:defRPr>
            </a:pPr>
            <a:r>
              <a:t>🌐 10+ 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79" y="5120640"/>
            <a:ext cx="1234440" cy="411480"/>
          </a:xfrm>
          <a:prstGeom prst="roundRect">
            <a:avLst/>
          </a:prstGeom>
          <a:solidFill>
            <a:srgbClr val="191C3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79" y="5166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🤖 AI Q&amp;A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79" y="5120640"/>
            <a:ext cx="1234440" cy="411480"/>
          </a:xfrm>
          <a:prstGeom prst="roundRect">
            <a:avLst/>
          </a:prstGeom>
          <a:solidFill>
            <a:srgbClr val="0A2A1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79" y="5166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Calibri"/>
              </a:defRPr>
            </a:pPr>
            <a:r>
              <a:t>📶 Offline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0A00"/>
            </a:gs>
            <a:gs pos="100000">
              <a:srgbClr val="0A0A1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Calibri"/>
              </a:defRPr>
            </a:pPr>
            <a:r>
              <a:t>Explore history as easily</a:t>
            </a:r>
            <a:br/>
            <a:r>
              <a:t>as exploring a 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B0"/>
                </a:solidFill>
                <a:latin typeface="Calibri"/>
              </a:defRPr>
            </a:pPr>
            <a:r>
              <a:t>Herodotus puts India's heritage in everyone's pocket —</a:t>
            </a:r>
            <a:br/>
            <a:r>
              <a:t>free, accessible, and just one tap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02336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Monuments at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02336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Cost to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023360"/>
            <a:ext cx="21945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18CF8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Thank you! 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We'd love your questions and feedback.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640080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6400800"/>
            <a:ext cx="3657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6400800"/>
            <a:ext cx="18288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